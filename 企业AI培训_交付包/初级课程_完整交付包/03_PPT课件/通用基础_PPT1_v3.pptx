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1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272" r:id="rId23"/>
    <p:sldId id="273" r:id="rId24"/>
    <p:sldId id="274" r:id="rId25"/>
    <p:sldId id="297" r:id="rId48"/>
    <p:sldId id="298" r:id="rId49"/>
    <p:sldId id="303" r:id="rId5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302" r:id="rId53"/>
    <p:sldId id="304" r:id="rId55"/>
    <p:sldId id="286" r:id="rId37"/>
    <p:sldId id="292" r:id="rId43"/>
    <p:sldId id="293" r:id="rId44"/>
    <p:sldId id="301" r:id="rId52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30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slide" Target="slides/slide42.xml"/><Relationship Id="rId38" Type="http://schemas.openxmlformats.org/officeDocument/2006/relationships/slide" Target="slides/slide47.xml"/><Relationship Id="rId39" Type="http://schemas.openxmlformats.org/officeDocument/2006/relationships/slide" Target="slides/slide48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23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46.xml"/><Relationship Id="rId51" Type="http://schemas.openxmlformats.org/officeDocument/2006/relationships/slide" Target="slides/slide2.xml"/><Relationship Id="rId52" Type="http://schemas.openxmlformats.org/officeDocument/2006/relationships/slide" Target="slides/slide45.xml"/><Relationship Id="rId53" Type="http://schemas.openxmlformats.org/officeDocument/2006/relationships/slide" Target="slides/slide41.xml"/><Relationship Id="rId54" Type="http://schemas.openxmlformats.org/officeDocument/2006/relationships/slide" Target="slides/slide29.xml"/><Relationship Id="rId55" Type="http://schemas.openxmlformats.org/officeDocument/2006/relationships/slide" Target="slides/slide49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主流名词速览：12 个词，一次听懂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今天课里出现的名词都在这张表 —— 先扫一眼，后面不卡壳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1–4 个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/ LLM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海量文本训练的「超级接话员」，会写会答会生成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幻觉：一本正经编造事实/数字/引用，关键信息必须核实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提示词：你发给 AI 的话；要求写清楚，它才答得准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上下文窗口：AI 一次能「记住」的长度，主流已到百万字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5–8 个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参数 7B / 70B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模型「大脑」大小，B=十亿，70B≈一张高端显卡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RAG 知识库：喂单位资料，让 AI 照着答、带出处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智能体：自己拆任务、调工具、干完再查，不只是聊天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Copilot 副驾：AI 起草、人拍板的协作方式，安全等级最稳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9–12 个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token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AI 计费最小单位，100 万 token ≈ 70 万字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 AI：偷偷用没批准的工具，数据泄露头号隐患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素养：会用 + 会判断 + 知红线，三样缺一不可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数据分级：绿/黄/红：公开直接用、内部脱敏用、核心绝不喂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/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49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49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49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49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11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49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49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18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23 / 49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49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49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到底省多少事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和算钱一样算账：省的是加班，赚的是时间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行政 · 纪要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AI 出初稿 2 分钟，你 3 分钟终审——省 30 分钟/天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业务 · 跟进话术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条客户跟进，AI 出初稿——省 1 小时/天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技术 · 文档初稿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接口文档/纪要 AI 初稿+人终审——省 2 小时/天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市场 · 文案变体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一次出 3 版文案挑最好的——省 1 小时/天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加起来：30 分钟/天 × 22 天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≈ 每月 11 小时，一个人多出近一个工作日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算给老板听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 人省 11 小时/月 ≈ 0.7 个工作日；10 人团队 ≈ 多出 1 个人的活——这就是 AI 立项的汇报口径。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这笔账，就是回去跟老板讲的版本。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口诀：省的是加班，赚的是时间——先算账，再谈落地。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49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33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37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3 个真实翻车案例（已脱敏）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 3 个都是真事——一次翻车的代价，比一年培训费贵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1 · 编条款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在合同里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凭空写了条子句，客户差点中招 → 重要文件必须双人核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2 · 影子 AI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员工把客户名单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贴进公网 AI，数据外流 → 只走批准的工具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3 · 盲信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客服直接用 AI 回答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客户，错误信息发出去 → 人终审，AI 只出初稿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共同点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 个都是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「人没核」——AI 出初稿，你是最后一道关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练过这一遍，红线才进肌肉记忆。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49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44 / 49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45 / 49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翻车演练：AI 编了假电话，怎么办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5 分钟实操：发现 → 核实 → 撤回，练一遍才真会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发现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给了个电话/条款/数字？先停 3 秒，问一句：这是它编的吗？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核实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回源查证：官方 / 原表 / 第二个来源，对不上就不能用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撤回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真发出去了就撤回 + 报负责人 + 记一笔，下次不踩同一个坑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 3 秒、回源查、发出去就撤回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46 / 49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47 / 49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48 / 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也能骗你：3 种新骗局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换声、换脸、写信都逼真——防住，就比大多数人安全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骗局 1 · 换声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克隆家人/老板的声音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电话里喊'急用钱'→ 声音像，不等于人是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骗局 2 · 换脸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视频会议里'老板的脸'让你转账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脸能换，声音能合成 → 别被'眼见'骗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骗局 3 · 钓鱼信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写的假通知/假链接，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通顺、像真的，就等你点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三条防线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① 涉钱涉密，先打第二渠道核实；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② 验证码/密码/证件，绝不给 AI；③ 拿不准，就上报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多一个电话，省一次被骗。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49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