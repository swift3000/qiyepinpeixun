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272" r:id="rId23"/>
    <p:sldId id="273" r:id="rId24"/>
    <p:sldId id="274" r:id="rId25"/>
    <p:sldId id="297" r:id="rId48"/>
    <p:sldId id="298" r:id="rId49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92" r:id="rId43"/>
    <p:sldId id="293" r:id="rId44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47" Type="http://schemas.openxmlformats.org/officeDocument/2006/relationships/slide" Target="slides/slide22.xml"/><Relationship Id="rId48" Type="http://schemas.openxmlformats.org/officeDocument/2006/relationships/slide" Target="slides/slide26.xml"/><Relationship Id="rId49" Type="http://schemas.openxmlformats.org/officeDocument/2006/relationships/slide" Target="slides/slide27.xml"/><Relationship Id="rId50" Type="http://schemas.openxmlformats.org/officeDocument/2006/relationships/slide" Target="slides/slide42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6 / 44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44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44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12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13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2955" y="391191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44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44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20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44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7632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763202"/>
                <a:ext cx="171388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520565" y="4344352"/>
                <a:ext cx="16298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25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26 / 44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44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39165" y="1544002"/>
              <a:ext cx="2842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声音，未经同意不能用；AI 生成的内容对外要带标识（2025-09 施行）。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339465" y="4992052"/>
                <a:ext cx="16018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892165" y="30299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35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36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38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40 / 44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41 / 44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44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67765" y="21345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901565" y="2134552"/>
                <a:ext cx="221094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